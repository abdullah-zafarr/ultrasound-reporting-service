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_int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_work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_mod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DBCA28-A734-4115-3ED0-013AC22E9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3429000"/>
            <a:ext cx="3300985" cy="27107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_hand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091EA7-0776-9D62-9A7C-E3CD8C17C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08" y="4128478"/>
            <a:ext cx="4580374" cy="11476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_physic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_repor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_busi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abdullah op123</cp:lastModifiedBy>
  <cp:revision>2</cp:revision>
  <dcterms:created xsi:type="dcterms:W3CDTF">2013-01-27T09:14:16Z</dcterms:created>
  <dcterms:modified xsi:type="dcterms:W3CDTF">2026-05-09T18:50:01Z</dcterms:modified>
  <cp:category/>
</cp:coreProperties>
</file>